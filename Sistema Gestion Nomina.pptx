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308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3802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16904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7358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48053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962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31685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9975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4969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8550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32772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3183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D09E2-3BD9-43CF-9A46-35DC51A61762}" type="datetimeFigureOut">
              <a:rPr lang="es-VE" smtClean="0"/>
              <a:t>13/3/2026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BF136-16CF-4C45-84B9-0A08BDF83B1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6148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116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2636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929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011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9188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612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2683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5363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92543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Presentación en pantalla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CHACIN Doelys       SIDOR</dc:creator>
  <cp:lastModifiedBy>CHACIN Doelys       SIDOR</cp:lastModifiedBy>
  <cp:revision>1</cp:revision>
  <dcterms:created xsi:type="dcterms:W3CDTF">2026-03-13T15:35:02Z</dcterms:created>
  <dcterms:modified xsi:type="dcterms:W3CDTF">2026-03-13T15:40:07Z</dcterms:modified>
</cp:coreProperties>
</file>